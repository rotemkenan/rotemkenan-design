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272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279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368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439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06649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055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302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072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7744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006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41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E41BC-1DCB-43AD-AA90-5C276C86CA0B}" type="datetimeFigureOut">
              <a:rPr lang="he-IL" smtClean="0"/>
              <a:t>ח'/חשון/תשפ"ז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2C0CE-B0CE-436F-93D6-176B7718CAB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59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7058" r="2971" b="12251"/>
          <a:stretch/>
        </p:blipFill>
        <p:spPr>
          <a:xfrm>
            <a:off x="815897" y="306655"/>
            <a:ext cx="10560205" cy="6455250"/>
          </a:xfrm>
          <a:prstGeom prst="rect">
            <a:avLst/>
          </a:prstGeom>
          <a:ln>
            <a:solidFill>
              <a:schemeClr val="tx2"/>
            </a:solidFill>
          </a:ln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496D83-0D01-CF71-BFE0-069E889607D8}"/>
              </a:ext>
            </a:extLst>
          </p:cNvPr>
          <p:cNvCxnSpPr>
            <a:cxnSpLocks/>
          </p:cNvCxnSpPr>
          <p:nvPr/>
        </p:nvCxnSpPr>
        <p:spPr>
          <a:xfrm>
            <a:off x="10649415" y="2709746"/>
            <a:ext cx="0" cy="16490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0932B-0162-EC85-0C6B-FA214D23FD57}"/>
              </a:ext>
            </a:extLst>
          </p:cNvPr>
          <p:cNvCxnSpPr>
            <a:cxnSpLocks/>
          </p:cNvCxnSpPr>
          <p:nvPr/>
        </p:nvCxnSpPr>
        <p:spPr>
          <a:xfrm>
            <a:off x="1769327" y="1304693"/>
            <a:ext cx="0" cy="10928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EE6145-3FED-312F-F7F9-58FB463F2C98}"/>
              </a:ext>
            </a:extLst>
          </p:cNvPr>
          <p:cNvCxnSpPr>
            <a:cxnSpLocks/>
          </p:cNvCxnSpPr>
          <p:nvPr/>
        </p:nvCxnSpPr>
        <p:spPr>
          <a:xfrm>
            <a:off x="1769327" y="2882590"/>
            <a:ext cx="0" cy="11987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A32DF8-6CEE-5DFD-3A3A-3FE4EBF20672}"/>
              </a:ext>
            </a:extLst>
          </p:cNvPr>
          <p:cNvCxnSpPr>
            <a:cxnSpLocks/>
          </p:cNvCxnSpPr>
          <p:nvPr/>
        </p:nvCxnSpPr>
        <p:spPr>
          <a:xfrm flipH="1">
            <a:off x="4638907" y="846667"/>
            <a:ext cx="8772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BF28D5-304B-CC22-053A-944CDD21A188}"/>
              </a:ext>
            </a:extLst>
          </p:cNvPr>
          <p:cNvCxnSpPr>
            <a:cxnSpLocks/>
          </p:cNvCxnSpPr>
          <p:nvPr/>
        </p:nvCxnSpPr>
        <p:spPr>
          <a:xfrm flipH="1">
            <a:off x="6776224" y="842124"/>
            <a:ext cx="8772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ECF2BB-0F60-518E-8DF8-383781170069}"/>
              </a:ext>
            </a:extLst>
          </p:cNvPr>
          <p:cNvCxnSpPr>
            <a:cxnSpLocks/>
          </p:cNvCxnSpPr>
          <p:nvPr/>
        </p:nvCxnSpPr>
        <p:spPr>
          <a:xfrm flipH="1">
            <a:off x="8861502" y="842124"/>
            <a:ext cx="8772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Arrow: Down 21">
            <a:extLst>
              <a:ext uri="{FF2B5EF4-FFF2-40B4-BE49-F238E27FC236}">
                <a16:creationId xmlns:a16="http://schemas.microsoft.com/office/drawing/2014/main" id="{AF9FD40E-E10E-67D8-A71D-3B92A8F21D8D}"/>
              </a:ext>
            </a:extLst>
          </p:cNvPr>
          <p:cNvSpPr/>
          <p:nvPr/>
        </p:nvSpPr>
        <p:spPr>
          <a:xfrm rot="5400000">
            <a:off x="10203366" y="3266651"/>
            <a:ext cx="356839" cy="53525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3181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0</Words>
  <Application>Microsoft Office PowerPoint</Application>
  <PresentationFormat>מסך רחב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מצגת של PowerPoint‏</vt:lpstr>
    </vt:vector>
  </TitlesOfParts>
  <Company>Dan Hotels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KD-Bnq.CorinneS</dc:creator>
  <cp:lastModifiedBy>רותם קינן</cp:lastModifiedBy>
  <cp:revision>3</cp:revision>
  <dcterms:created xsi:type="dcterms:W3CDTF">2022-12-06T13:03:14Z</dcterms:created>
  <dcterms:modified xsi:type="dcterms:W3CDTF">2026-10-19T08:32:34Z</dcterms:modified>
</cp:coreProperties>
</file>